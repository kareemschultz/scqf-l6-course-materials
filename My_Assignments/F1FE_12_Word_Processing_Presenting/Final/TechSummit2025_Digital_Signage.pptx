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showPr loop="1" showNarration="1">
    <p:kiosk/>
  </p:showPr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Audio.wav should be embedded on this slide and set to play automatically. In production, insert via Insert &gt; Audio &gt; Audio on My PC, then set Playback &gt; Start: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Intro_Reel.mp4 should be inserted via Insert &gt; Video &gt; Video on My PC. Set Playback &gt; Start: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D4FF"/>
                </a:solidFill>
              </a:rPr>
              <a:t>TECHSUMMIT 2025</a:t>
            </a:r>
          </a:p>
          <a:p>
            <a:pPr algn="ctr"/>
            <a:r>
              <a:rPr sz="2800">
                <a:solidFill>
                  <a:srgbClr val="FFFFFF"/>
                </a:solidFill>
              </a:rPr>
              <a:t>THE NEXT FRONTIER</a:t>
            </a:r>
          </a:p>
          <a:p>
            <a:pPr algn="ctr"/>
            <a:r>
              <a:rPr sz="1800">
                <a:solidFill>
                  <a:srgbClr val="AAAAAA"/>
                </a:solidFill>
              </a:rPr>
              <a:t>September 15th, 2025 | Grand Convention Centre</a:t>
            </a:r>
          </a:p>
        </p:txBody>
      </p:sp>
      <p:sp>
        <p:nvSpPr>
          <p:cNvPr id="3" name="Rounded Rectangle 2" action="ppaction://hlinksldjump" r:id="rId2"/>
          <p:cNvSpPr/>
          <p:nvPr/>
        </p:nvSpPr>
        <p:spPr>
          <a:xfrm>
            <a:off x="1828800" y="4114800"/>
            <a:ext cx="2286000" cy="109728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📋 Agenda</a:t>
            </a:r>
          </a:p>
        </p:txBody>
      </p:sp>
      <p:sp>
        <p:nvSpPr>
          <p:cNvPr id="4" name="Rounded Rectangle 3" action="ppaction://hlinksldjump" r:id="rId3"/>
          <p:cNvSpPr/>
          <p:nvPr/>
        </p:nvSpPr>
        <p:spPr>
          <a:xfrm>
            <a:off x="4937760" y="4114800"/>
            <a:ext cx="2286000" cy="109728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🗺️ Map</a:t>
            </a:r>
          </a:p>
        </p:txBody>
      </p:sp>
      <p:sp>
        <p:nvSpPr>
          <p:cNvPr id="5" name="Rounded Rectangle 4" action="ppaction://hlinksldjump" r:id="rId4"/>
          <p:cNvSpPr/>
          <p:nvPr/>
        </p:nvSpPr>
        <p:spPr>
          <a:xfrm>
            <a:off x="8046720" y="4114800"/>
            <a:ext cx="2286000" cy="109728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📶 Wi-Fi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943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888888"/>
                </a:solidFill>
              </a:rPr>
              <a:t>[Audio: Welcome voiceover (Audio.wav) would be embedded here — Play Automatically]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D4FF"/>
                </a:solidFill>
              </a:rPr>
              <a:t>📋 Conference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08:00 - 09:00  </a:t>
            </a:r>
            <a:r>
              <a:rPr sz="1600">
                <a:solidFill>
                  <a:srgbClr val="FFFFFF"/>
                </a:solidFill>
              </a:rPr>
              <a:t>Registration and Morning Coffee (Foyer)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7451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09:00 - 10:30  </a:t>
            </a:r>
            <a:r>
              <a:rPr sz="1600">
                <a:solidFill>
                  <a:srgbClr val="FFFFFF"/>
                </a:solidFill>
              </a:rPr>
              <a:t>Keynote Address: The Silicon Renaissance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10:30 - 11:00  </a:t>
            </a:r>
            <a:r>
              <a:rPr sz="1600">
                <a:solidFill>
                  <a:srgbClr val="FFFFFF"/>
                </a:solidFill>
              </a:rPr>
              <a:t>Morning Tea and Networking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803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11:00 - 12:30  </a:t>
            </a:r>
            <a:r>
              <a:rPr sz="1600">
                <a:solidFill>
                  <a:srgbClr val="FFFFFF"/>
                </a:solidFill>
              </a:rPr>
              <a:t>Panel Discussion: Regulation vs.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12:30 - 13:30  </a:t>
            </a:r>
            <a:r>
              <a:rPr sz="1600">
                <a:solidFill>
                  <a:srgbClr val="FFFFFF"/>
                </a:solidFill>
              </a:rPr>
              <a:t>Networking Lunch (Main Dining Hall)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8619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13:30 - 15:00  </a:t>
            </a:r>
            <a:r>
              <a:rPr sz="1600">
                <a:solidFill>
                  <a:srgbClr val="FFFFFF"/>
                </a:solidFill>
              </a:rPr>
              <a:t>Breakout Session A: Quantum Cryptography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8911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15:00 - 15:30  </a:t>
            </a:r>
            <a:r>
              <a:rPr sz="1600">
                <a:solidFill>
                  <a:srgbClr val="FFFFFF"/>
                </a:solidFill>
              </a:rPr>
              <a:t>Afternoon Tea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92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15:30 - 17:00  </a:t>
            </a:r>
            <a:r>
              <a:rPr sz="1600">
                <a:solidFill>
                  <a:srgbClr val="FFFFFF"/>
                </a:solidFill>
              </a:rPr>
              <a:t>Breakout Session B: Sustainable Tech Stacks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949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FF"/>
                </a:solidFill>
              </a:rPr>
              <a:t>17:00 - 18:00  </a:t>
            </a:r>
            <a:r>
              <a:rPr sz="1600">
                <a:solidFill>
                  <a:srgbClr val="FFFFFF"/>
                </a:solidFill>
              </a:rPr>
              <a:t>Evening Cocktail Reception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6035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888888"/>
                </a:solidFill>
              </a:rPr>
              <a:t>[Video: Intro_Reel.mp4 would be embedded here — Play Automatically]</a:t>
            </a:r>
          </a:p>
        </p:txBody>
      </p:sp>
      <p:sp>
        <p:nvSpPr>
          <p:cNvPr id="13" name="Rounded Rectangle 12" action="ppaction://hlinksldjump" r:id="rId2"/>
          <p:cNvSpPr/>
          <p:nvPr/>
        </p:nvSpPr>
        <p:spPr>
          <a:xfrm>
            <a:off x="10058400" y="5760720"/>
            <a:ext cx="1828800" cy="731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🏠 Home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D4FF"/>
                </a:solidFill>
              </a:rPr>
              <a:t>🗺️ Venue Floor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463040"/>
            <a:ext cx="8229600" cy="91440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Level 1: Registration and Information Desk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651760"/>
            <a:ext cx="8229600" cy="914400"/>
          </a:xfrm>
          <a:prstGeom prst="roundRect">
            <a:avLst/>
          </a:prstGeom>
          <a:solidFill>
            <a:srgbClr val="00A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Level 2: Main Plenary Hall and Media 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840480"/>
            <a:ext cx="8229600" cy="914400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Level 3: Breakout Rooms and Networking Lounges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029200"/>
            <a:ext cx="8229600" cy="914400"/>
          </a:xfrm>
          <a:prstGeom prst="roundRect">
            <a:avLst/>
          </a:prstGeom>
          <a:solidFill>
            <a:srgbClr val="CC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Level 4: VIP Lounge and Executive Suites</a:t>
            </a:r>
          </a:p>
        </p:txBody>
      </p:sp>
      <p:sp>
        <p:nvSpPr>
          <p:cNvPr id="7" name="Rounded Rectangle 6" action="ppaction://hlinksldjump" r:id="rId2"/>
          <p:cNvSpPr/>
          <p:nvPr/>
        </p:nvSpPr>
        <p:spPr>
          <a:xfrm>
            <a:off x="10058400" y="5760720"/>
            <a:ext cx="1828800" cy="731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🏠 Home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D4FF"/>
                </a:solidFill>
              </a:rPr>
              <a:t>📶 Wi-Fi Access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828800"/>
            <a:ext cx="6400800" cy="3200400"/>
          </a:xfrm>
          <a:prstGeom prst="roundRect">
            <a:avLst/>
          </a:prstGeom>
          <a:solidFill>
            <a:srgbClr val="141E3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>
                <a:solidFill>
                  <a:srgbClr val="AAAAAA"/>
                </a:solidFill>
              </a:rPr>
              <a:t>Network Name (SSID)</a:t>
            </a:r>
          </a:p>
          <a:p>
            <a:pPr algn="ctr">
              <a:spcBef>
                <a:spcPts val="1000"/>
              </a:spcBef>
            </a:pPr>
            <a:r>
              <a:rPr sz="3600" b="1">
                <a:solidFill>
                  <a:srgbClr val="00D4FF"/>
                </a:solidFill>
              </a:rPr>
              <a:t>TechSummit_2025</a:t>
            </a:r>
          </a:p>
          <a:p>
            <a:pPr algn="ctr">
              <a:spcBef>
                <a:spcPts val="2000"/>
              </a:spcBef>
            </a:pPr>
            <a:r>
              <a:rPr sz="1800">
                <a:solidFill>
                  <a:srgbClr val="AAAAAA"/>
                </a:solidFill>
              </a:rPr>
              <a:t>Password:</a:t>
            </a:r>
          </a:p>
          <a:p>
            <a:pPr algn="ctr"/>
            <a:r>
              <a:rPr sz="2000">
                <a:solidFill>
                  <a:srgbClr val="FFFFFF"/>
                </a:solidFill>
              </a:rPr>
              <a:t>Use your unique registration code
found on your ID badge</a:t>
            </a:r>
          </a:p>
        </p:txBody>
      </p:sp>
      <p:sp>
        <p:nvSpPr>
          <p:cNvPr id="4" name="Rounded Rectangle 3" action="ppaction://hlinksldjump" r:id="rId2"/>
          <p:cNvSpPr/>
          <p:nvPr/>
        </p:nvSpPr>
        <p:spPr>
          <a:xfrm>
            <a:off x="10058400" y="5760720"/>
            <a:ext cx="1828800" cy="731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🏠 Home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D4FF"/>
                </a:solidFill>
              </a:rPr>
              <a:t>Credits &amp; Copyright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</a:pPr>
            <a:r>
              <a:rPr sz="1600" b="1">
                <a:solidFill>
                  <a:srgbClr val="00D4FF"/>
                </a:solidFill>
              </a:rPr>
              <a:t>Background Image: </a:t>
            </a:r>
            <a:r>
              <a:rPr sz="1400">
                <a:solidFill>
                  <a:srgbClr val="FFFFFF"/>
                </a:solidFill>
              </a:rPr>
              <a:t>Courtesy of Unsplash. Licensed under the Unsplash License (free for commercial and non-commercial use).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0D4FF"/>
                </a:solidFill>
              </a:rPr>
              <a:t>Video Clip (Intro_Reel.mp4): </a:t>
            </a:r>
            <a:r>
              <a:rPr sz="1400">
                <a:solidFill>
                  <a:srgbClr val="FFFFFF"/>
                </a:solidFill>
              </a:rPr>
              <a:t>Tech Background Video sourced from Pexels. Licensed under the Pexels License.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0D4FF"/>
                </a:solidFill>
              </a:rPr>
              <a:t>Audio (Audio.wav): </a:t>
            </a:r>
            <a:r>
              <a:rPr sz="1400">
                <a:solidFill>
                  <a:srgbClr val="FFFFFF"/>
                </a:solidFill>
              </a:rPr>
              <a:t>Welcome Voice Clip sourced from Pixabay. Licensed under the Pixabay Content License.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0D4FF"/>
                </a:solidFill>
              </a:rPr>
              <a:t>Presentation Design: </a:t>
            </a:r>
            <a:r>
              <a:rPr sz="1400">
                <a:solidFill>
                  <a:srgbClr val="FFFFFF"/>
                </a:solidFill>
              </a:rPr>
              <a:t>Created for TechSummit 2025 by the Conference Administration Team.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0D4FF"/>
                </a:solidFill>
              </a:rPr>
              <a:t>© 2025 TechSummit Conference. </a:t>
            </a:r>
            <a:r>
              <a:rPr sz="1400">
                <a:solidFill>
                  <a:srgbClr val="FFFFFF"/>
                </a:solidFill>
              </a:rPr>
              <a:t>All rights reserved. This presentation is for informational purposes at the TechSummit 2025 event only.</a:t>
            </a:r>
          </a:p>
        </p:txBody>
      </p:sp>
      <p:sp>
        <p:nvSpPr>
          <p:cNvPr id="4" name="Rounded Rectangle 3" action="ppaction://hlinksldjump" r:id="rId2"/>
          <p:cNvSpPr/>
          <p:nvPr/>
        </p:nvSpPr>
        <p:spPr>
          <a:xfrm>
            <a:off x="10058400" y="5760720"/>
            <a:ext cx="1828800" cy="73152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🏠 Home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
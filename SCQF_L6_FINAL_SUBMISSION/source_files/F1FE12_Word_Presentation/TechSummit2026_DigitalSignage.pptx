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 restart="4294967295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948-65A2-9538-F111-96F9E0806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5FB7E-2492-A2E7-7049-65F06C2EE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D5AC-E0E5-17A4-7110-D92F1D01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A1993-8C63-1B51-1A2A-6352A6C3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1CC43-BBCD-7A34-2678-89260AEF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0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3F55-B9D3-142E-E8ED-EF0E090F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CA0A-5EDE-3048-1085-4BFAB0B6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3E75D-3EF7-66CC-FF49-98BC0B7A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849C6-2C61-4283-FD73-7356567F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9C4E7-1DE9-F51E-5E6B-BB65F573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0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32DE-D8FE-5BE4-E156-391E76ED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1EF77-F7BD-DE76-9095-52072F832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9D8E9-431B-4A09-9A54-B1B1D643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4245-01F2-8B9B-F0E8-17245763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48D5-89A2-9D57-F547-DC3B9F19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13D7-0874-2D8E-70F7-4677A1A7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CD5B-6D5C-4AFE-B74F-AEC913BA3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FFA5-F0B8-12F8-2874-0678C9371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A8CB6-736C-BE76-FA1E-4C08616E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A8D52-99FD-5791-72A4-403C2855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9F830-2BAB-D732-CF5D-130CB21D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7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1565-8A7E-BB2F-E7ED-75D47D18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DAEFE-AAAA-5314-D484-5AD369A0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2DE43-EA3E-1F4F-2B2A-9F3606AFC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34048-9D58-50C7-E7A8-6BD8C5C44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C2CC8-7934-9E2A-1DA5-04F408C77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1164F-65CF-8C12-2629-789C1AE2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F8ED0-913B-4DC1-1040-61961E6D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88081-D820-201B-8345-02B491A5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7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7518-4C89-8C60-13BF-36076014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752C2-D62E-798E-C9DA-E04B5B9EE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5BCEB-8233-5F79-1DF6-47468697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67394-D6CD-E1EE-2438-2A32B498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0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F9150-3747-85AF-8FDC-D0466587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80689-792B-ED2E-3AA2-3105425F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5C456-FE89-B46B-6D37-7591AC96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9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1CB3-9FAF-1FF5-DCAB-E957B3BD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7AC6C-E936-A7CF-8DF3-A1632EB88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83DE-AF00-4E25-C205-750AFC2EC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9B54C-BEB0-5337-647D-A4FBC26C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1EBB8-2904-9104-259F-FAC1368C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C79D1-BF62-B73D-E3B7-DC4B0228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6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5FBB-1023-A9DB-F110-F4217D75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648A4-C283-6E49-A4E5-8EFEA3F46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8E068-764A-7277-8AE3-CBDA95932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B752D-B5A4-4D73-D379-A60D2619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57701-4D40-D60F-5FC6-71A85B36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188B-AE8D-33A5-0F12-01BDCC8F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2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BAF4-592C-CF85-AEC0-ABAB690C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7D110-F82A-08CE-5EFE-5EF58CF93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55689-6FE7-A67F-EFD4-7BCE4AD0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5FF02-EF21-2C7D-447D-50B3109E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D956-127F-8B4F-D435-6E759D53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1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97986-3B15-1CF8-CD3F-450B4B6A8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716CE-9440-E0BF-1C82-E63865082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547E2-648B-013A-F9DC-C7C0BAC8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F8759-7B1A-A2FB-4477-B01BAB76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DDDA-A0BA-2EBF-8961-A5B52FCF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4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110FE-F24B-BC07-DB16-E661692B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2EA59-4D7F-4E1C-6EE5-2BB8D19A9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20788-38E1-679E-1566-A6E38BA52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B369C-1AF2-40DA-8860-27D82BF7E83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99B5A-65A0-46DB-1208-47EFFD960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8EC1E-D524-A708-B7B8-FBE66A741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FD530-CEF6-478C-8C7E-D02D813A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1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slide" Target="slide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04A47-21C6-508D-3478-89AF34EB6FE2}"/>
              </a:ext>
            </a:extLst>
          </p:cNvPr>
          <p:cNvSpPr txBox="1"/>
          <p:nvPr/>
        </p:nvSpPr>
        <p:spPr>
          <a:xfrm>
            <a:off x="635000" y="1270000"/>
            <a:ext cx="10922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>TechSummit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D030E-67AD-CC0E-D6BC-29A2DFAD71A9}"/>
              </a:ext>
            </a:extLst>
          </p:cNvPr>
          <p:cNvSpPr txBox="1"/>
          <p:nvPr/>
        </p:nvSpPr>
        <p:spPr>
          <a:xfrm>
            <a:off x="635000" y="2794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>
                <a:solidFill>
                  <a:srgbClr val="4FC3F7"/>
                </a:solidFill>
              </a:rPr>
              <a:t>Digital Innovation Conference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A0BAA-4CAD-D750-8606-E3873C39F8BE}"/>
              </a:ext>
            </a:extLst>
          </p:cNvPr>
          <p:cNvSpPr txBox="1"/>
          <p:nvPr/>
        </p:nvSpPr>
        <p:spPr>
          <a:xfrm>
            <a:off x="1905000" y="4064000"/>
            <a:ext cx="838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D0D0D0"/>
                </a:solidFill>
              </a:rPr>
              <a:t>Edinburgh International Conference Centre
February 2026</a:t>
            </a:r>
          </a:p>
        </p:txBody>
      </p:sp>
      <p:pic>
        <p:nvPicPr>
          <p:cNvPr id="5" name="welcome_audio">
            <a:hlinkClick r:id="" action="ppaction://media"/>
            <a:extLst>
              <a:ext uri="{FF2B5EF4-FFF2-40B4-BE49-F238E27FC236}">
                <a16:creationId xmlns:a16="http://schemas.microsoft.com/office/drawing/2014/main" id="{99B37397-E3C3-61ED-A990-5AF4EFBD1F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00" y="5842000"/>
            <a:ext cx="508000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43B192-1673-A06A-8D89-5D11ED86973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4000"/>
            <a:ext cx="2540000" cy="850900"/>
          </a:xfrm>
          <a:prstGeom prst="rect">
            <a:avLst/>
          </a:prstGeom>
        </p:spPr>
      </p:pic>
      <p:sp>
        <p:nvSpPr>
          <p:cNvPr id="8" name="Action Button: Blank 7">
            <a:hlinkClick r:id="rId6" action="ppaction://hlinksldjump"/>
            <a:extLst>
              <a:ext uri="{FF2B5EF4-FFF2-40B4-BE49-F238E27FC236}">
                <a16:creationId xmlns:a16="http://schemas.microsoft.com/office/drawing/2014/main" id="{E6F71038-D801-F298-4989-48608582DD8B}"/>
              </a:ext>
            </a:extLst>
          </p:cNvPr>
          <p:cNvSpPr/>
          <p:nvPr/>
        </p:nvSpPr>
        <p:spPr>
          <a:xfrm>
            <a:off x="2540000" y="6096000"/>
            <a:ext cx="1524000" cy="508000"/>
          </a:xfrm>
          <a:prstGeom prst="actionButtonBlank">
            <a:avLst/>
          </a:prstGeom>
          <a:solidFill>
            <a:srgbClr val="00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9" name="Action Button: Blank 8">
            <a:extLst>
              <a:ext uri="{FF2B5EF4-FFF2-40B4-BE49-F238E27FC236}">
                <a16:creationId xmlns:a16="http://schemas.microsoft.com/office/drawing/2014/main" id="{BF88C7A0-B094-B1F7-A5E2-74AFB363F54E}"/>
              </a:ext>
            </a:extLst>
          </p:cNvPr>
          <p:cNvSpPr/>
          <p:nvPr/>
        </p:nvSpPr>
        <p:spPr>
          <a:xfrm>
            <a:off x="4445000" y="6096000"/>
            <a:ext cx="1524000" cy="508000"/>
          </a:xfrm>
          <a:prstGeom prst="actionButtonBlank">
            <a:avLst/>
          </a:prstGeom>
          <a:solidFill>
            <a:srgbClr val="00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Venue Map</a:t>
            </a:r>
          </a:p>
        </p:txBody>
      </p:sp>
      <p:sp>
        <p:nvSpPr>
          <p:cNvPr id="10" name="Action Button: Blank 9">
            <a:extLst>
              <a:ext uri="{FF2B5EF4-FFF2-40B4-BE49-F238E27FC236}">
                <a16:creationId xmlns:a16="http://schemas.microsoft.com/office/drawing/2014/main" id="{F74DB582-66A3-BAD2-7565-DEE8D84D62C1}"/>
              </a:ext>
            </a:extLst>
          </p:cNvPr>
          <p:cNvSpPr/>
          <p:nvPr/>
        </p:nvSpPr>
        <p:spPr>
          <a:xfrm>
            <a:off x="6350000" y="6096000"/>
            <a:ext cx="1524000" cy="508000"/>
          </a:xfrm>
          <a:prstGeom prst="actionButtonBlank">
            <a:avLst/>
          </a:prstGeom>
          <a:solidFill>
            <a:srgbClr val="00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Wi-Fi Info</a:t>
            </a:r>
          </a:p>
        </p:txBody>
      </p:sp>
    </p:spTree>
    <p:extLst>
      <p:ext uri="{BB962C8B-B14F-4D97-AF65-F5344CB8AC3E}">
        <p14:creationId xmlns:p14="http://schemas.microsoft.com/office/powerpoint/2010/main" val="836102134"/>
      </p:ext>
    </p:extLst>
  </p:cSld>
  <p:clrMapOvr>
    <a:masterClrMapping/>
  </p:clrMapOvr>
  <p:transition spd="med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25E449-3A0C-9CD1-58E2-CFBD382DA7AC}"/>
              </a:ext>
            </a:extLst>
          </p:cNvPr>
          <p:cNvSpPr txBox="1"/>
          <p:nvPr/>
        </p:nvSpPr>
        <p:spPr>
          <a:xfrm>
            <a:off x="635000" y="254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Conference Highlights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ADF4D-2D3D-F8B8-32A5-0CB11C5220C1}"/>
              </a:ext>
            </a:extLst>
          </p:cNvPr>
          <p:cNvSpPr txBox="1"/>
          <p:nvPr/>
        </p:nvSpPr>
        <p:spPr>
          <a:xfrm>
            <a:off x="1270000" y="1524000"/>
            <a:ext cx="965200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D0D0D0"/>
                </a:solidFill>
              </a:rPr>
              <a:t>[Video: TechSummit 2026 Welcome]
This slide would contain an auto-playing video showcasing:
- Conference venue highlights
- Previous year's keynote moments
- Edinburgh city landmarks
Video format: MP4, auto-play on slide entry</a:t>
            </a:r>
          </a:p>
        </p:txBody>
      </p:sp>
      <p:sp>
        <p:nvSpPr>
          <p:cNvPr id="4" name="Action Button: Blank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72E50C0-5C52-027D-4D29-A915D7340B7A}"/>
              </a:ext>
            </a:extLst>
          </p:cNvPr>
          <p:cNvSpPr/>
          <p:nvPr/>
        </p:nvSpPr>
        <p:spPr>
          <a:xfrm>
            <a:off x="10922000" y="6096000"/>
            <a:ext cx="1016000" cy="508000"/>
          </a:xfrm>
          <a:prstGeom prst="actionButtonBlank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072169224"/>
      </p:ext>
    </p:extLst>
  </p:cSld>
  <p:clrMapOvr>
    <a:masterClrMapping/>
  </p:clrMapOvr>
  <p:transition spd="med" advTm="1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698B0-64D6-A37A-5351-466DE79AF637}"/>
              </a:ext>
            </a:extLst>
          </p:cNvPr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Conference Agenda - Day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88062-82B9-A258-B636-AF678DEEDE12}"/>
              </a:ext>
            </a:extLst>
          </p:cNvPr>
          <p:cNvSpPr txBox="1"/>
          <p:nvPr/>
        </p:nvSpPr>
        <p:spPr>
          <a:xfrm>
            <a:off x="1270000" y="1143000"/>
            <a:ext cx="96520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08:00  Registration and Welcome Coffee
09:00  Opening Ceremony
09:30  Keynote: AI in Healthcare - Dr Sarah Chen
10:30  Coffee Break and Networking
11:00  Keynote: Quantum Computing - Prof MacLeod
12:00  Panel: Future of Scottish Tech
13:00  Lunch and Exhibition
14:00  Breakout Sessions (4 tracks)
16:00  Keynote: Digital Scotland - Fiona Stewart
17:30  Welcome Reception</a:t>
            </a:r>
          </a:p>
        </p:txBody>
      </p:sp>
      <p:sp>
        <p:nvSpPr>
          <p:cNvPr id="4" name="Action Button: Blank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ECD2E66-FE52-5A60-9CF8-90B81C108908}"/>
              </a:ext>
            </a:extLst>
          </p:cNvPr>
          <p:cNvSpPr/>
          <p:nvPr/>
        </p:nvSpPr>
        <p:spPr>
          <a:xfrm>
            <a:off x="10922000" y="6096000"/>
            <a:ext cx="1016000" cy="508000"/>
          </a:xfrm>
          <a:prstGeom prst="actionButtonBlank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879128349"/>
      </p:ext>
    </p:extLst>
  </p:cSld>
  <p:clrMapOvr>
    <a:masterClrMapping/>
  </p:clrMapOvr>
  <p:transition spd="med" advTm="10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0145F0-AF3F-5D9E-A0F0-5851219E2097}"/>
              </a:ext>
            </a:extLst>
          </p:cNvPr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Venue &amp; Wi-Fi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8AAA9-851A-3888-B85E-BEF2960E0251}"/>
              </a:ext>
            </a:extLst>
          </p:cNvPr>
          <p:cNvSpPr txBox="1"/>
          <p:nvPr/>
        </p:nvSpPr>
        <p:spPr>
          <a:xfrm>
            <a:off x="1270000" y="1143000"/>
            <a:ext cx="9652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Venue: Edinburgh International Conference Centre (EICC)
Main Hall: Level 2
Breakout Rooms: Level 3 (Morrison &amp; Pentland)
Exhibition: Ground Floor Atrium
Refreshments: Cromdale Suite
Wi-Fi Network: TECHSUMMIT2026
Password: Innovation2026
Emergency exits clearly marked on all floors
First aid: Reception desk, each floor</a:t>
            </a:r>
          </a:p>
        </p:txBody>
      </p:sp>
      <p:sp>
        <p:nvSpPr>
          <p:cNvPr id="4" name="Action Button: Blank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B2443AF-4E10-F75A-F030-5FCB8B0409E1}"/>
              </a:ext>
            </a:extLst>
          </p:cNvPr>
          <p:cNvSpPr/>
          <p:nvPr/>
        </p:nvSpPr>
        <p:spPr>
          <a:xfrm>
            <a:off x="10922000" y="6096000"/>
            <a:ext cx="1016000" cy="508000"/>
          </a:xfrm>
          <a:prstGeom prst="actionButtonBlank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506358779"/>
      </p:ext>
    </p:extLst>
  </p:cSld>
  <p:clrMapOvr>
    <a:masterClrMapping/>
  </p:clrMapOvr>
  <p:transition spd="med" advTm="10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DF046C-ED51-FDEF-EF30-F3E92868F3BF}"/>
              </a:ext>
            </a:extLst>
          </p:cNvPr>
          <p:cNvSpPr txBox="1"/>
          <p:nvPr/>
        </p:nvSpPr>
        <p:spPr>
          <a:xfrm>
            <a:off x="635000" y="1270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AF76C-F391-AE41-80EF-3BE10F4E0060}"/>
              </a:ext>
            </a:extLst>
          </p:cNvPr>
          <p:cNvSpPr txBox="1"/>
          <p:nvPr/>
        </p:nvSpPr>
        <p:spPr>
          <a:xfrm>
            <a:off x="1270000" y="2540000"/>
            <a:ext cx="965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D0D0D0"/>
                </a:solidFill>
              </a:rPr>
              <a:t>We hope you enjoy TechSummit 2026
See you at next year's conference!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ACA28-6F89-A504-024A-7770FA3BD740}"/>
              </a:ext>
            </a:extLst>
          </p:cNvPr>
          <p:cNvSpPr txBox="1"/>
          <p:nvPr/>
        </p:nvSpPr>
        <p:spPr>
          <a:xfrm>
            <a:off x="635000" y="5588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999999"/>
                </a:solidFill>
              </a:rPr>
              <a:t>© 2026 TechSummit Conference Committee. All rights reserved.
Conference logo and branding are trademarks of TechSummit Events Ltd.
Images used under Creative Commons licence. Audio: Original composition.</a:t>
            </a:r>
          </a:p>
        </p:txBody>
      </p:sp>
      <p:sp>
        <p:nvSpPr>
          <p:cNvPr id="5" name="Action Button: Blank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C9ED2C2-E0E7-70B3-B231-0BDDD3C49C1C}"/>
              </a:ext>
            </a:extLst>
          </p:cNvPr>
          <p:cNvSpPr/>
          <p:nvPr/>
        </p:nvSpPr>
        <p:spPr>
          <a:xfrm>
            <a:off x="10922000" y="6096000"/>
            <a:ext cx="1016000" cy="508000"/>
          </a:xfrm>
          <a:prstGeom prst="actionButtonBlank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355766428"/>
      </p:ext>
    </p:extLst>
  </p:cSld>
  <p:clrMapOvr>
    <a:masterClrMapping/>
  </p:clrMapOvr>
  <p:transition spd="med" advTm="10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Custom</PresentationFormat>
  <Paragraphs>19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Schultz</dc:creator>
  <cp:lastModifiedBy>Kareem Schultz</cp:lastModifiedBy>
  <cp:revision>1</cp:revision>
  <dcterms:created xsi:type="dcterms:W3CDTF">2026-02-26T14:39:45Z</dcterms:created>
  <dcterms:modified xsi:type="dcterms:W3CDTF">2026-02-26T14:39:45Z</dcterms:modified>
</cp:coreProperties>
</file>
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AB6FE-43A5-7ECC-149E-680431ED86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183E1-49FB-77F5-5221-29B0C01CA2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749B21-71D3-9EFE-7D25-DB2A9043F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1361E-E247-4DB3-992C-9F567C339D8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F21A86-6CBE-AA29-A6B4-2074BF26D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F796D9-DD88-EAE9-5799-A4B4AAA2A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85B9A-6C81-4148-9737-1E10CE36A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272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6EB97-93C6-D39C-C0A7-3C61308FF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9C18F-3265-68FA-9687-19FAA348B0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3D050A-E313-8744-A0E1-71CCEC90C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1361E-E247-4DB3-992C-9F567C339D8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ACACA-E67F-2A83-0F11-98820463D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2C7BA-6EE5-F411-B3B5-A4FC12A5A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85B9A-6C81-4148-9737-1E10CE36A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470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FF47B-1B1B-AE1C-ED56-15AEF094D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C5BA04-FD18-82D1-EF8E-C0AD62F04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A6F99-40DB-A958-D865-063D7217E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1361E-E247-4DB3-992C-9F567C339D8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6C229-4E21-7674-4073-CD4C824EB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63AE3-51A9-AE17-2748-026D1BDEE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85B9A-6C81-4148-9737-1E10CE36A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401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22089-03B7-DA9D-33A9-44A8BD518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21FDF-A371-CCB1-55E3-2F6A81CE31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9B9750-A9B2-3F3E-5822-29E9206E5F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FC11E-F6D5-F645-E6E2-3490DDB31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1361E-E247-4DB3-992C-9F567C339D8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3A220A-672F-8962-8A8C-ED50FCDE2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A33ECC-0529-AFC9-5E7F-C974915E8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85B9A-6C81-4148-9737-1E10CE36A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58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A7980-ED48-47F4-6C06-A91A0D799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C84206-130C-4FE5-E607-1692072031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AC6D27-00C0-B1C9-1C8F-4B9E9BFE67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63393D-00F6-1969-1ACD-2B4CF31402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54CD84-BE3F-162D-07B3-D0468BB768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852B8D-4DB8-170D-DD8E-C9036A9DB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1361E-E247-4DB3-992C-9F567C339D8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EAEF49-6E19-CA89-4617-F9849B483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A1768C-3D59-F7BE-C3C1-BE041DDA9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85B9A-6C81-4148-9737-1E10CE36A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565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69CB4-6430-FBA1-ED6A-252C6D5CC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E1E60E-941A-7E8A-8766-483B7F6B3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1361E-E247-4DB3-992C-9F567C339D8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A06CE-6609-C25B-34CE-79A6D5210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6306E1-9766-5A3D-EF62-64D3C6F8B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85B9A-6C81-4148-9737-1E10CE36A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045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1F857B-9D11-AB79-C080-EB5A7D937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1361E-E247-4DB3-992C-9F567C339D8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BFB164-BDB3-DC50-F479-36C785538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DE37D-FB8D-54AE-0B24-277AAFDDD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85B9A-6C81-4148-9737-1E10CE36A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697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539A9-A35A-4795-9A61-D6DD616F5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78515-9227-DE12-E33D-D0F800C62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998044-1ABA-4ADB-0461-AD02B3F70B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E15BA0-CC36-E14C-74DB-D99E64A27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1361E-E247-4DB3-992C-9F567C339D8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AEF02E-1387-1693-059F-E0EFADFA8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E00FC9-F99B-4B18-6DA0-EB286DD74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85B9A-6C81-4148-9737-1E10CE36A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131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20AEF-1B71-BE48-3D5D-F47F73337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19F95F-5515-81E1-68A5-437F73A0C3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62397F-2CC9-65DC-6E1D-3F2527AB27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8DAA4C-8EAE-EDA1-9677-51F2BC91C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1361E-E247-4DB3-992C-9F567C339D8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AB1CEF-8ED2-4694-85CF-85EA7C50F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E57E92-C3F0-8AF6-665E-18DB0C627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85B9A-6C81-4148-9737-1E10CE36A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50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6AFD2-3F0C-8E41-780F-D59B8B342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48F395-BD15-CD6D-BA07-DCE750CEE1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56520-7E00-1759-293B-5E633C9D3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1361E-E247-4DB3-992C-9F567C339D8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D84C9-2889-CDB4-1F90-27566EC35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FADFF4-7528-4DC9-1555-66A20CCC3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85B9A-6C81-4148-9737-1E10CE36A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83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D0FA45-FC79-CD54-EFFD-3A52BF300F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E71BDA-92E5-949E-D021-C97577F839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FE4459-97A6-ACCA-770C-239881987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1361E-E247-4DB3-992C-9F567C339D8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26411F-0102-48A0-A799-9746E112D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E7F3B-41BD-A95E-32E0-86F7C4D1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85B9A-6C81-4148-9737-1E10CE36A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537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E58C93-728D-3FB9-46B4-DE5C302D5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4B96C4-CB21-DA1D-94DA-1D4DA4F7D4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C0A28D-49E0-290D-C3BF-27E3C1F0BC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11361E-E247-4DB3-992C-9F567C339D8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C5CA0-0B41-8785-3E2A-750C1E10CE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88EEB-898D-0CA9-F0BA-7412072906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785B9A-6C81-4148-9737-1E10CE36A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538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49E92B-81CC-3FD0-86E5-81C15383ECE9}"/>
              </a:ext>
            </a:extLst>
          </p:cNvPr>
          <p:cNvSpPr txBox="1"/>
          <p:nvPr/>
        </p:nvSpPr>
        <p:spPr>
          <a:xfrm>
            <a:off x="635000" y="762000"/>
            <a:ext cx="7874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200" b="1">
                <a:solidFill>
                  <a:srgbClr val="2F4F96"/>
                </a:solidFill>
              </a:rPr>
              <a:t>[Your Conference Name]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1E4260-DACE-0F40-F958-9529EA2F37DB}"/>
              </a:ext>
            </a:extLst>
          </p:cNvPr>
          <p:cNvSpPr txBox="1"/>
          <p:nvPr/>
        </p:nvSpPr>
        <p:spPr>
          <a:xfrm>
            <a:off x="635000" y="1778000"/>
            <a:ext cx="787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>
                <a:solidFill>
                  <a:srgbClr val="666666"/>
                </a:solidFill>
              </a:rPr>
              <a:t>[Subtitle / Tagline]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52FB22-6B04-DBEA-2980-F7C85FDA2203}"/>
              </a:ext>
            </a:extLst>
          </p:cNvPr>
          <p:cNvSpPr txBox="1"/>
          <p:nvPr/>
        </p:nvSpPr>
        <p:spPr>
          <a:xfrm>
            <a:off x="635000" y="2794000"/>
            <a:ext cx="7874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>
                <a:solidFill>
                  <a:srgbClr val="888888"/>
                </a:solidFill>
              </a:rPr>
              <a:t>[Venue] | [Date]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46EC14-D2C7-C4A0-7743-90233161A874}"/>
              </a:ext>
            </a:extLst>
          </p:cNvPr>
          <p:cNvSpPr txBox="1"/>
          <p:nvPr/>
        </p:nvSpPr>
        <p:spPr>
          <a:xfrm>
            <a:off x="635000" y="4064000"/>
            <a:ext cx="7874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AAAAAA"/>
                </a:solidFill>
              </a:rPr>
              <a:t>[Add action buttons here for: Agenda, Venue Map, Wi-Fi Info]
[Insert audio file set to auto-play on this slide]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1F93A9-D0EE-143A-32C7-D68B85D6251F}"/>
              </a:ext>
            </a:extLst>
          </p:cNvPr>
          <p:cNvSpPr txBox="1"/>
          <p:nvPr/>
        </p:nvSpPr>
        <p:spPr>
          <a:xfrm>
            <a:off x="635000" y="5588000"/>
            <a:ext cx="7874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0000CC"/>
                </a:solidFill>
              </a:rPr>
              <a:t>TEMPLATE NOTE: Add a Home button on every slide for navigation.</a:t>
            </a:r>
          </a:p>
        </p:txBody>
      </p:sp>
    </p:spTree>
    <p:extLst>
      <p:ext uri="{BB962C8B-B14F-4D97-AF65-F5344CB8AC3E}">
        <p14:creationId xmlns:p14="http://schemas.microsoft.com/office/powerpoint/2010/main" val="3033562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018F11-2559-13CD-CE06-3C3A65769697}"/>
              </a:ext>
            </a:extLst>
          </p:cNvPr>
          <p:cNvSpPr txBox="1"/>
          <p:nvPr/>
        </p:nvSpPr>
        <p:spPr>
          <a:xfrm>
            <a:off x="635000" y="381000"/>
            <a:ext cx="7874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800" b="1"/>
              <a:t>Conference Highlights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4E4C95-2A3F-B090-86DA-59E4F698C5D4}"/>
              </a:ext>
            </a:extLst>
          </p:cNvPr>
          <p:cNvSpPr txBox="1"/>
          <p:nvPr/>
        </p:nvSpPr>
        <p:spPr>
          <a:xfrm>
            <a:off x="635000" y="1143000"/>
            <a:ext cx="7874000" cy="160043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666666"/>
                </a:solidFill>
              </a:rPr>
              <a:t>[Insert a video file here]
Video settings:
- Playback &gt; Start: Automatically
- Optionally trim to show key moments
[Add a Home action button in the bottom-right corner]</a:t>
            </a:r>
          </a:p>
        </p:txBody>
      </p:sp>
    </p:spTree>
    <p:extLst>
      <p:ext uri="{BB962C8B-B14F-4D97-AF65-F5344CB8AC3E}">
        <p14:creationId xmlns:p14="http://schemas.microsoft.com/office/powerpoint/2010/main" val="49933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783B5C-FF84-AEC4-A644-6E6E017BD154}"/>
              </a:ext>
            </a:extLst>
          </p:cNvPr>
          <p:cNvSpPr txBox="1"/>
          <p:nvPr/>
        </p:nvSpPr>
        <p:spPr>
          <a:xfrm>
            <a:off x="635000" y="381000"/>
            <a:ext cx="7874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800" b="1"/>
              <a:t>Conference Agenda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46E458-311C-C354-0CEE-D861110F07DC}"/>
              </a:ext>
            </a:extLst>
          </p:cNvPr>
          <p:cNvSpPr txBox="1"/>
          <p:nvPr/>
        </p:nvSpPr>
        <p:spPr>
          <a:xfrm>
            <a:off x="635000" y="1143000"/>
            <a:ext cx="7874000" cy="249299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666666"/>
                </a:solidFill>
              </a:rPr>
              <a:t>[Paste your agenda content here]
Time     Session
09:00    [Session 1]
10:00    [Session 2]
11:00    [Break]
11:30    [Session 3]
12:30    [Lunch]
13:30    [Session 4]
15:00    [Closing]
[Add a Home action button]</a:t>
            </a:r>
          </a:p>
        </p:txBody>
      </p:sp>
    </p:spTree>
    <p:extLst>
      <p:ext uri="{BB962C8B-B14F-4D97-AF65-F5344CB8AC3E}">
        <p14:creationId xmlns:p14="http://schemas.microsoft.com/office/powerpoint/2010/main" val="491807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999A84-EBFE-EAA4-A658-5B61555A10A9}"/>
              </a:ext>
            </a:extLst>
          </p:cNvPr>
          <p:cNvSpPr txBox="1"/>
          <p:nvPr/>
        </p:nvSpPr>
        <p:spPr>
          <a:xfrm>
            <a:off x="635000" y="381000"/>
            <a:ext cx="7874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800" b="1"/>
              <a:t>Venue &amp; Wi-Fi Information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B35C87-CEB9-F027-9A9F-2B1828EF62A1}"/>
              </a:ext>
            </a:extLst>
          </p:cNvPr>
          <p:cNvSpPr txBox="1"/>
          <p:nvPr/>
        </p:nvSpPr>
        <p:spPr>
          <a:xfrm>
            <a:off x="635000" y="1143000"/>
            <a:ext cx="7874000" cy="138499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666666"/>
                </a:solidFill>
              </a:rPr>
              <a:t>[Insert venue details, directions, parking info]
Wi-Fi Network: [network name]
Password: [password]
[Add a Home action button]</a:t>
            </a:r>
          </a:p>
        </p:txBody>
      </p:sp>
    </p:spTree>
    <p:extLst>
      <p:ext uri="{BB962C8B-B14F-4D97-AF65-F5344CB8AC3E}">
        <p14:creationId xmlns:p14="http://schemas.microsoft.com/office/powerpoint/2010/main" val="4226081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D53227-B83F-3A80-4E84-5DE28E698423}"/>
              </a:ext>
            </a:extLst>
          </p:cNvPr>
          <p:cNvSpPr txBox="1"/>
          <p:nvPr/>
        </p:nvSpPr>
        <p:spPr>
          <a:xfrm>
            <a:off x="635000" y="762000"/>
            <a:ext cx="7874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600" b="1">
                <a:solidFill>
                  <a:srgbClr val="2F4F96"/>
                </a:solidFill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D21902-C0AE-A7DB-BAF3-851F397BC71E}"/>
              </a:ext>
            </a:extLst>
          </p:cNvPr>
          <p:cNvSpPr txBox="1"/>
          <p:nvPr/>
        </p:nvSpPr>
        <p:spPr>
          <a:xfrm>
            <a:off x="635000" y="2032000"/>
            <a:ext cx="7874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>
                <a:solidFill>
                  <a:srgbClr val="666666"/>
                </a:solidFill>
              </a:rPr>
              <a:t>[Your conference name] | [Date]
[Organiser name / website]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DF51EB-E66B-473A-32AC-6C7FDBBEFB40}"/>
              </a:ext>
            </a:extLst>
          </p:cNvPr>
          <p:cNvSpPr txBox="1"/>
          <p:nvPr/>
        </p:nvSpPr>
        <p:spPr>
          <a:xfrm>
            <a:off x="635000" y="4064000"/>
            <a:ext cx="7874000" cy="7694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888888"/>
                </a:solidFill>
              </a:rPr>
              <a:t>Copyright Citation:
[Include copyright attribution for any images, videos, or music used]
Example: Background image by [Author] from [Source], licensed under Creative Commons CC BY 4.0.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DB57C9-F2E3-94E6-B5DD-A6BA82057DE3}"/>
              </a:ext>
            </a:extLst>
          </p:cNvPr>
          <p:cNvSpPr txBox="1"/>
          <p:nvPr/>
        </p:nvSpPr>
        <p:spPr>
          <a:xfrm>
            <a:off x="635000" y="5842000"/>
            <a:ext cx="7874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0000CC"/>
                </a:solidFill>
              </a:rPr>
              <a:t>TEMPLATE NOTE: Set kiosk mode via Slide Show &gt; Set Up Slide Show &gt; Browsed at a kiosk.</a:t>
            </a:r>
          </a:p>
        </p:txBody>
      </p:sp>
    </p:spTree>
    <p:extLst>
      <p:ext uri="{BB962C8B-B14F-4D97-AF65-F5344CB8AC3E}">
        <p14:creationId xmlns:p14="http://schemas.microsoft.com/office/powerpoint/2010/main" val="32777404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276</Words>
  <Application>Microsoft Office PowerPoint</Application>
  <PresentationFormat>Widescreen</PresentationFormat>
  <Paragraphs>15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Kareem Schultz</dc:creator>
  <cp:lastModifiedBy>Kareem Schultz</cp:lastModifiedBy>
  <cp:revision>1</cp:revision>
  <dcterms:created xsi:type="dcterms:W3CDTF">2026-02-27T18:36:06Z</dcterms:created>
  <dcterms:modified xsi:type="dcterms:W3CDTF">2026-02-27T18:36:06Z</dcterms:modified>
</cp:coreProperties>
</file>